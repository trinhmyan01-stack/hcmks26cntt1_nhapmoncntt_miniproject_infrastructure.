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</ns0:sldIdLst>
  <ns0:sldSz cx="12192000" cy="6858000" type="screen4x3"/>
  <ns0:notesSz cx="6858000" cy="9144000"/>
  <ns0:embeddedFontLst>
    <ns0:embeddedFont>
      <ns0:font typeface="Plus Jakarta Sans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Font23" Type="http://schemas.openxmlformats.org/officeDocument/2006/relationships/font" Target="fonts/e42f2f66-3abc-48ae-a46f-7b8214e95e00.fntdata" /><ns0:Relationship Id="rIdFont24" Type="http://schemas.openxmlformats.org/officeDocument/2006/relationships/font" Target="fonts/3680397d-4fcd-4c08-9309-811c5df927e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image" Target="../media/image9.png"/><Relationship Id="rId9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2519362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76972" y="2938462"/>
            <a:ext cx="4438054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000" i="0" u="none">
                <a:solidFill>
                  <a:srgbClr val="FFFFFF"/>
                </a:solidFill>
                <a:latin typeface="Plus Jakarta Sans"/>
              </a:rPr>
              <a:t>ZenYouth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82515" y="4005262"/>
            <a:ext cx="6226968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94A3B8"/>
                </a:solidFill>
                <a:latin typeface="Plus Jakarta Sans"/>
              </a:rPr>
              <a:t>SẢN PHẨM, ĐỘT PHÁ &amp; TIỀM NĂNG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0" y="3439417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0" y="4077592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0" y="4715767"/>
            <a:ext cx="76200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1937444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VẤN ĐỀ CỐT LÕI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289869"/>
            <a:ext cx="6096000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Vòng lặp độc hại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310830"/>
            <a:ext cx="335756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Plus Jakarta Sans"/>
              </a:rPr>
              <a:t>Thiếu ngủ trầm trọng.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3949005"/>
            <a:ext cx="3536156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Plus Jakarta Sans"/>
              </a:rPr>
              <a:t>Mất kiểm soát chi tiêu.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4587180"/>
            <a:ext cx="4036218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Plus Jakarta Sans"/>
              </a:rPr>
              <a:t>Trễ hạn công việc liên tục.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58182" y="1676400"/>
            <a:ext cx="5075634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64748B"/>
                </a:solidFill>
                <a:latin typeface="Plus Jakarta Sans"/>
              </a:rPr>
              <a:t>GIẢI PHÁP ALL-IN-ONE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3500" y="4419600"/>
            <a:ext cx="952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Plus Jakarta Sans"/>
              </a:rPr>
              <a:t>Ứng dụng duy nhất thay thế hoàn toàn các công cụ rời rạc.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57837" y="2286000"/>
            <a:ext cx="1076325" cy="190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5000"/>
              </a:lnSpc>
            </a:pPr>
            <a:r>
              <a:rPr b="1" sz="15000" i="0" u="none">
                <a:solidFill>
                  <a:srgbClr val="0F172A"/>
                </a:solidFill>
                <a:latin typeface="Plus Jakarta Sans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5375" y="190500"/>
            <a:ext cx="3143250" cy="6477000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1143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00175" y="1276350"/>
            <a:ext cx="2533650" cy="1514475"/>
          </a:xfrm>
          <a:prstGeom prst="roundRect">
            <a:avLst>
              <a:gd name="adj" fmla="val 12578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0175" y="2943225"/>
            <a:ext cx="2533650" cy="2108596"/>
          </a:xfrm>
          <a:prstGeom prst="roundRect">
            <a:avLst>
              <a:gd name="adj" fmla="val 9034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62100" y="1933575"/>
            <a:ext cx="2209800" cy="76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62100" y="2238375"/>
            <a:ext cx="2209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62100" y="3600450"/>
            <a:ext cx="2209800" cy="575071"/>
          </a:xfrm>
          <a:prstGeom prst="roundRect">
            <a:avLst>
              <a:gd name="adj" fmla="val 19875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62100" y="4327921"/>
            <a:ext cx="2209800" cy="561975"/>
          </a:xfrm>
          <a:prstGeom prst="roundRect">
            <a:avLst>
              <a:gd name="adj" fmla="val 203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62100" y="1933575"/>
            <a:ext cx="1546770" cy="762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62100" y="2238375"/>
            <a:ext cx="22098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4700" y="2400300"/>
            <a:ext cx="457200" cy="2286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2350" y="241935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3105150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743325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1438275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6875" y="3200400"/>
            <a:ext cx="13335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1533525"/>
            <a:ext cx="1143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0" y="1499294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TRỤ CỘT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1851719"/>
            <a:ext cx="6096000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Quản lý Sức khỏe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0175" y="762000"/>
            <a:ext cx="332541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Sức khỏe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2948880"/>
            <a:ext cx="6096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Giấc ngủ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3310830"/>
            <a:ext cx="6096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Đảm bảo tối thiểu 7 tiếng.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3853755"/>
            <a:ext cx="6096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Kỷ luật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0" y="4215705"/>
            <a:ext cx="6096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Khóa thông báo giải trí.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0" y="4758630"/>
            <a:ext cx="6096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Dinh dưỡng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0" y="5120580"/>
            <a:ext cx="6096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Gợi ý thực đơn tiết kiệm.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8050" y="1519237"/>
            <a:ext cx="6096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366F1"/>
                </a:solidFill>
                <a:latin typeface="Plus Jakarta Sans"/>
              </a:rPr>
              <a:t>5/7h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62100" y="2438400"/>
            <a:ext cx="1333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Khóa app giờ ngủ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3186112"/>
            <a:ext cx="1095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Dinh dưỡng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6425" y="3714750"/>
            <a:ext cx="18764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EF4444"/>
                </a:solidFill>
                <a:latin typeface="Plus Jakarta Sans"/>
              </a:rPr>
              <a:t>Cảnh báo: Bạn đang thiếu hụt chất xơ trong 2 ngày qua.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4500" y="4442221"/>
            <a:ext cx="23812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Gợi ý bữa tối tiết kiệm: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4500" y="4604146"/>
            <a:ext cx="2381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Thêm 1 phần rau luộc (15k)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9300" y="1519237"/>
            <a:ext cx="1559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Giấc ngủ hôm nay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3125" y="304800"/>
            <a:ext cx="1047750" cy="228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9675" y="5829300"/>
            <a:ext cx="291465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09675" y="5829300"/>
            <a:ext cx="2914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4468" y="5967412"/>
            <a:ext cx="219075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7418" y="5967412"/>
            <a:ext cx="190500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36081" y="5967412"/>
            <a:ext cx="190500" cy="1905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4743" y="5967412"/>
            <a:ext cx="190500" cy="190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54931" y="6196012"/>
            <a:ext cx="723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Gương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88356" y="6196012"/>
            <a:ext cx="7143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Sức khỏe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0831" y="6196012"/>
            <a:ext cx="6667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Tài chính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55206" y="6196012"/>
            <a:ext cx="69532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Thời gian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53375" y="190500"/>
            <a:ext cx="3143250" cy="6477000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1143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8175" y="1276350"/>
            <a:ext cx="2533650" cy="1657350"/>
          </a:xfrm>
          <a:prstGeom prst="roundRect">
            <a:avLst>
              <a:gd name="adj" fmla="val 1379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34575" y="990600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86775" y="2409825"/>
            <a:ext cx="2076450" cy="571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58175" y="3457575"/>
            <a:ext cx="2533650" cy="704850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58175" y="4314825"/>
            <a:ext cx="2533650" cy="704850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86775" y="2409825"/>
            <a:ext cx="1661070" cy="5715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8425" y="5067300"/>
            <a:ext cx="533400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50" y="5219700"/>
            <a:ext cx="2095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0100" y="3619500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100" y="447675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925" y="3733800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3925" y="4591050"/>
            <a:ext cx="1333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1499294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TRỤ CỘT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1851719"/>
            <a:ext cx="7000875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Kiểm soát Tài chính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948880"/>
            <a:ext cx="7000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Cài đặt hạn mức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310830"/>
            <a:ext cx="6667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Ngăn chặn lạm chi.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853755"/>
            <a:ext cx="7000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Cảnh báo thông minh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215705"/>
            <a:ext cx="6667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Phát hiện chi tiêu ăn vặt quá đà.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758630"/>
            <a:ext cx="70008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Báo cáo dòng tiền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120580"/>
            <a:ext cx="66675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Trực quan hóa thu chi.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8175" y="762000"/>
            <a:ext cx="332541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Tài chính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6775" y="1504950"/>
            <a:ext cx="2595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Ngân sách ngày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7662" y="2562225"/>
            <a:ext cx="2595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900" i="0" u="none">
                <a:solidFill>
                  <a:srgbClr val="FCD34D"/>
                </a:solidFill>
                <a:latin typeface="Plus Jakarta Sans"/>
              </a:rPr>
              <a:t>Sắp vượt hạn mức!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8175" y="3162300"/>
            <a:ext cx="33254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HÔM NAY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6775" y="1733550"/>
            <a:ext cx="1180147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FFFFF"/>
                </a:solidFill>
                <a:latin typeface="Plus Jakarta Sans"/>
              </a:rPr>
              <a:t>120k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2125" y="1981200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4A3B8"/>
                </a:solidFill>
                <a:latin typeface="Plus Jakarta Sans"/>
              </a:rPr>
              <a:t>/ 150k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9375" y="3709987"/>
            <a:ext cx="676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-40k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8425" y="4567237"/>
            <a:ext cx="657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-35k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53500" y="3719512"/>
            <a:ext cx="7810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Trà sữa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3500" y="4576762"/>
            <a:ext cx="16192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Cơm trưa sinh viên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01125" y="304800"/>
            <a:ext cx="1047750" cy="228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7675" y="5829300"/>
            <a:ext cx="291465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67675" y="5829300"/>
            <a:ext cx="2914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2468" y="5967412"/>
            <a:ext cx="219075" cy="1905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5418" y="5967412"/>
            <a:ext cx="190500" cy="1905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4081" y="5967412"/>
            <a:ext cx="190500" cy="1905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2743" y="5967412"/>
            <a:ext cx="190500" cy="1905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12931" y="6196012"/>
            <a:ext cx="723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Gương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6356" y="6196012"/>
            <a:ext cx="7143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Sức khỏe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8831" y="6196012"/>
            <a:ext cx="6667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Tài chính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13206" y="6196012"/>
            <a:ext cx="69532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Thời gian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5375" y="190500"/>
            <a:ext cx="3143250" cy="6477000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1143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00175" y="1562100"/>
            <a:ext cx="2533650" cy="1133475"/>
          </a:xfrm>
          <a:prstGeom prst="roundRect">
            <a:avLst>
              <a:gd name="adj" fmla="val 20168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00175" y="3295650"/>
            <a:ext cx="2533650" cy="3810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25" y="1862137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2014537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6375" y="3371850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375" y="390525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6375" y="4505325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0" y="1499294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TRỤ CỘT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1851719"/>
            <a:ext cx="6096000" cy="639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Plus Jakarta Sans"/>
              </a:rPr>
              <a:t>Làm chủ Thời gian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2948880"/>
            <a:ext cx="6096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Đồng bộ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3310830"/>
            <a:ext cx="6096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Lịch học và làm thêm.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3853755"/>
            <a:ext cx="6096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Chia nhỏ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4215705"/>
            <a:ext cx="6096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Phương pháp Pomodoro.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4758630"/>
            <a:ext cx="60960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Ưu tiên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5120580"/>
            <a:ext cx="6096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Xếp hạng mức độ quan trọng.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0175" y="857250"/>
            <a:ext cx="3167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Thứ Ba, 24 Tháng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0175" y="1047750"/>
            <a:ext cx="332541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Lịch trình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0175" y="3000375"/>
            <a:ext cx="332541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ƯU TIÊN HÔM NAY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8775" y="1790700"/>
            <a:ext cx="1390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Phiên tập trung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8775" y="1981200"/>
            <a:ext cx="1460182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F8FAFC"/>
                </a:solidFill>
                <a:latin typeface="Plus Jakarta Sans"/>
              </a:rPr>
              <a:t>25:00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7375" y="3395662"/>
            <a:ext cx="1547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F172A"/>
                </a:solidFill>
                <a:latin typeface="Plus Jakarta Sans"/>
              </a:rPr>
              <a:t>Nộp bài tập UI/UX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57375" y="3929062"/>
            <a:ext cx="195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Học từ vựng Tiếng Anh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7375" y="4438650"/>
            <a:ext cx="20955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Plus Jakarta Sans"/>
              </a:rPr>
              <a:t>Ca làm thêm (18:00 - 22:00)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3125" y="304800"/>
            <a:ext cx="1047750" cy="228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09675" y="5829300"/>
            <a:ext cx="2914650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9675" y="5829300"/>
            <a:ext cx="2914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4468" y="5967412"/>
            <a:ext cx="219075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418" y="5967412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36081" y="5967412"/>
            <a:ext cx="190500" cy="1905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4743" y="5967412"/>
            <a:ext cx="1905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54931" y="6196012"/>
            <a:ext cx="723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Gương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8356" y="6196012"/>
            <a:ext cx="7143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Sức khỏe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0831" y="6196012"/>
            <a:ext cx="6667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Tài chính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55206" y="6196012"/>
            <a:ext cx="69532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Thời gian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33500" y="2709862"/>
            <a:ext cx="4381500" cy="2628900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0" y="2709862"/>
            <a:ext cx="4381500" cy="2628900"/>
          </a:xfrm>
          <a:prstGeom prst="roundRect">
            <a:avLst>
              <a:gd name="adj" fmla="val 5797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33500" y="2709862"/>
            <a:ext cx="4381500" cy="5715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0" y="2709862"/>
            <a:ext cx="43815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805237"/>
            <a:ext cx="142875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4271962"/>
            <a:ext cx="1428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4738687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80523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271962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738687"/>
            <a:ext cx="1714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285750" y="1519237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Khoảng trống thị trường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4500" y="3148012"/>
            <a:ext cx="475059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475569"/>
                </a:solidFill>
                <a:latin typeface="Plus Jakarta Sans"/>
              </a:rPr>
              <a:t>Ứng dụng thông thường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148012"/>
            <a:ext cx="475059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47857"/>
                </a:solidFill>
                <a:latin typeface="Plus Jakarta Sans"/>
              </a:rPr>
              <a:t>ZenYouth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5500" y="3786187"/>
            <a:ext cx="34528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Plus Jakarta Sans"/>
              </a:rPr>
              <a:t>Dữ liệu phân mảnh (3 app riêng).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5500" y="4252912"/>
            <a:ext cx="30718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Plus Jakarta Sans"/>
              </a:rPr>
              <a:t>Báo cáo biểu đồ nhàm chán.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500" y="4719637"/>
            <a:ext cx="31551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Plus Jakarta Sans"/>
              </a:rPr>
              <a:t>Không tạo động lực thay đổi.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0" y="3786187"/>
            <a:ext cx="21193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Plus Jakarta Sans"/>
              </a:rPr>
              <a:t>Tích hợp hoàn toàn.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252912"/>
            <a:ext cx="24884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Plus Jakarta Sans"/>
              </a:rPr>
              <a:t>Trực quan hóa hình ảnh.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0" y="4719637"/>
            <a:ext cx="26312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Plus Jakarta Sans"/>
              </a:rPr>
              <a:t>Tác động tâm lý sâu sắc.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14912" y="2418457"/>
            <a:ext cx="2162175" cy="352425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73240" y="2494657"/>
            <a:ext cx="224551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TÍNH NĂNG ĐỘT PHÁ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6716" y="3075682"/>
            <a:ext cx="8538567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FFFFF"/>
                </a:solidFill>
                <a:latin typeface="Plus Jakarta Sans"/>
              </a:rPr>
              <a:t>Gương AI Tương 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9953" y="4058542"/>
            <a:ext cx="913209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CBD5E1"/>
                </a:solidFill>
                <a:latin typeface="Plus Jakarta Sans"/>
              </a:rPr>
              <a:t>Nhìn thấy hậu quả của ngày hôm nay vào 30 ngày tới.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60118" y="1081087"/>
            <a:ext cx="2671762" cy="5505450"/>
          </a:xfrm>
          <a:prstGeom prst="roundRect">
            <a:avLst>
              <a:gd name="adj" fmla="val 14260"/>
            </a:avLst>
          </a:prstGeom>
          <a:solidFill>
            <a:srgbClr val="F8FAFC"/>
          </a:solidFill>
          <a:ln w="1143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67337" y="2425065"/>
            <a:ext cx="1457325" cy="1335881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7620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19198" y="4675822"/>
            <a:ext cx="2153602" cy="1084897"/>
          </a:xfrm>
          <a:prstGeom prst="roundRect">
            <a:avLst>
              <a:gd name="adj" fmla="val 17559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07380" y="3558540"/>
            <a:ext cx="777239" cy="29956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56835" y="5015864"/>
            <a:ext cx="890587" cy="607218"/>
          </a:xfrm>
          <a:prstGeom prst="roundRect">
            <a:avLst>
              <a:gd name="adj" fmla="val 18823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44577" y="5015864"/>
            <a:ext cx="890587" cy="607218"/>
          </a:xfrm>
          <a:prstGeom prst="roundRect">
            <a:avLst>
              <a:gd name="adj" fmla="val 1882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2819400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5" y="2819400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3009900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9125" y="3009900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7380" y="2704385"/>
            <a:ext cx="777239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-285750" y="-214312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Cơ chế phản chiếu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94679" y="3810000"/>
            <a:ext cx="4438054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2100" i="0" u="none">
                <a:solidFill>
                  <a:srgbClr val="047857"/>
                </a:solidFill>
                <a:latin typeface="Plus Jakarta Sans"/>
              </a:rPr>
              <a:t>Avatar Rạng rỡ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83343" y="4295775"/>
            <a:ext cx="42267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475569"/>
                </a:solidFill>
                <a:latin typeface="Plus Jakarta Sans"/>
              </a:rPr>
              <a:t>Ngủ đủ 7 tiếng.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83343" y="4610100"/>
            <a:ext cx="42267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500" i="0" u="none">
                <a:solidFill>
                  <a:srgbClr val="475569"/>
                </a:solidFill>
                <a:latin typeface="Plus Jakarta Sans"/>
              </a:rPr>
              <a:t>Chi tiêu trong hạn mức.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8625" y="3810000"/>
            <a:ext cx="41433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B91C1C"/>
                </a:solidFill>
                <a:latin typeface="Plus Jakarta Sans"/>
              </a:rPr>
              <a:t>Avatar Tiều tụy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8625" y="4295775"/>
            <a:ext cx="4143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Thức khuya liên tục.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8625" y="4610100"/>
            <a:ext cx="4143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Tiêu hoang vô độ.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8038" y="4084796"/>
            <a:ext cx="2094904" cy="20240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59669"/>
                </a:solidFill>
                <a:latin typeface="Plus Jakarta Sans"/>
              </a:rPr>
              <a:t>Rạng rỡ &amp; Khỏe mạnh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5225" y="1696402"/>
            <a:ext cx="2401549" cy="2428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Plus Jakarta Sans"/>
              </a:rPr>
              <a:t>Gương AI Tương Lai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404" y="1971675"/>
            <a:ext cx="2287190" cy="1295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Phản chiếu thói quen của bạn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615690"/>
            <a:ext cx="491489" cy="185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85 </a:t>
            </a:r>
            <a:r>
              <a:rPr b="1" sz="900" i="0" u="none">
                <a:solidFill>
                  <a:srgbClr val="0F172A"/>
                </a:solidFill>
                <a:latin typeface="Plus Jakarta Sans"/>
              </a:rPr>
              <a:t>/100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6835" y="4813458"/>
            <a:ext cx="2347911" cy="105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F172A"/>
                </a:solidFill>
                <a:latin typeface="Plus Jakarta Sans"/>
              </a:rPr>
              <a:t>MÔ PHỎNG THÓI QUEN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0160" y="5168264"/>
            <a:ext cx="1023937" cy="3024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47857"/>
                </a:solidFill>
                <a:latin typeface="Plus Jakarta Sans"/>
              </a:rPr>
              <a:t>Ngủ đủ giấc</a:t>
            </a:r>
            <a:r>
              <a:rPr b="1" sz="1050" i="0" u="none">
                <a:solidFill>
                  <a:srgbClr val="047857"/>
                </a:solidFill>
                <a:latin typeface="Plus Jakarta Sans"/>
              </a:rPr>
              <a:t> </a:t>
            </a:r>
            <a:r>
              <a:rPr b="1" sz="825" i="0" u="none">
                <a:solidFill>
                  <a:srgbClr val="047857"/>
                </a:solidFill>
                <a:latin typeface="Plus Jakarta Sans"/>
              </a:rPr>
              <a:t>+15 điểm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7902" y="5168264"/>
            <a:ext cx="1023937" cy="3024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BE123C"/>
                </a:solidFill>
                <a:latin typeface="Plus Jakarta Sans"/>
              </a:rPr>
              <a:t>Thức khuya</a:t>
            </a:r>
            <a:r>
              <a:rPr b="1" sz="1050" i="0" u="none">
                <a:solidFill>
                  <a:srgbClr val="BE123C"/>
                </a:solidFill>
                <a:latin typeface="Plus Jakarta Sans"/>
              </a:rPr>
              <a:t> </a:t>
            </a:r>
            <a:r>
              <a:rPr b="1" sz="825" i="0" u="none">
                <a:solidFill>
                  <a:srgbClr val="BE123C"/>
                </a:solidFill>
                <a:latin typeface="Plus Jakarta Sans"/>
              </a:rPr>
              <a:t>-25 điểm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50706" y="1178242"/>
            <a:ext cx="890587" cy="19431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57273" y="5874067"/>
            <a:ext cx="2477452" cy="6153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57273" y="5874067"/>
            <a:ext cx="24774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3848" y="5991463"/>
            <a:ext cx="186213" cy="1619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5355" y="5991463"/>
            <a:ext cx="161925" cy="1619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719" y="5991463"/>
            <a:ext cx="161925" cy="1619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44081" y="5991463"/>
            <a:ext cx="161925" cy="1619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80741" y="6185773"/>
            <a:ext cx="658177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Gương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4152" y="6185773"/>
            <a:ext cx="650081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Sức khỏe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3756" y="6185773"/>
            <a:ext cx="609600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Tài chính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0975" y="6185773"/>
            <a:ext cx="633888" cy="97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F172A"/>
                </a:solidFill>
                <a:latin typeface="Plus Jakarta Sans"/>
              </a:rPr>
              <a:t>Thời gian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553" y="4124325"/>
            <a:ext cx="3048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250" y="4124325"/>
            <a:ext cx="3048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285750" y="2005012"/>
            <a:ext cx="1276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QUY TẮC ĐIỂM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85750" y="2357437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Hệ thống đánh giá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683" y="3700462"/>
            <a:ext cx="22740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Plus Jakarta Sans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683" y="4614862"/>
            <a:ext cx="22740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475569"/>
                </a:solidFill>
                <a:latin typeface="Plus Jakarta Sans"/>
              </a:rPr>
              <a:t>Điểm tối đa ban đầu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4849" y="3700462"/>
            <a:ext cx="19169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EF4444"/>
                </a:solidFill>
                <a:latin typeface="Plus Jakarta Sans"/>
              </a:rPr>
              <a:t>-25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4849" y="4614862"/>
            <a:ext cx="191690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475569"/>
                </a:solidFill>
                <a:latin typeface="Plus Jakarta Sans"/>
              </a:rPr>
              <a:t>Trừ điểm vi phạm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1727" y="3700462"/>
            <a:ext cx="2655093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Plus Jakarta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81727" y="4614862"/>
            <a:ext cx="26550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475569"/>
                </a:solidFill>
                <a:latin typeface="Plus Jakarta Sans"/>
              </a:rPr>
              <a:t>Ngày liên tiếp kích hoạt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46102"/>
            <a:ext cx="2667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250977"/>
            <a:ext cx="2286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035522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TRẢI NGHIỆM NGƯỜI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87947"/>
            <a:ext cx="70008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Tối giản tuyệt đối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3317527"/>
            <a:ext cx="348853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Dưới 30 giây.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679477"/>
            <a:ext cx="34885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Hoàn thành nhập liệu hàng ngày.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4222402"/>
            <a:ext cx="296465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Dark Mode 100%.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4584352"/>
            <a:ext cx="29646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Bảo vệ thị lực vào ban đêm.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00375"/>
            <a:ext cx="33528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000375"/>
            <a:ext cx="33528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00375"/>
            <a:ext cx="33528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339090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39090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725" y="3390900"/>
            <a:ext cx="28575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1809750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Hành trình 24 giờ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689" y="4000500"/>
            <a:ext cx="337542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Buổi sáng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056" y="4438650"/>
            <a:ext cx="3214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Kiểm tra lịch học và task ưu tiên.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8289" y="4000500"/>
            <a:ext cx="337542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Buổi trưa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8656" y="4438650"/>
            <a:ext cx="3214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Cập nhật chi tiêu bữa ăn.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889" y="4000500"/>
            <a:ext cx="337542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Buổi tối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256" y="4438650"/>
            <a:ext cx="3214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Khóa giải trí, xem Avatar AI.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0" y="2798415"/>
            <a:ext cx="5334000" cy="695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3722340"/>
            <a:ext cx="5334000" cy="695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4646265"/>
            <a:ext cx="5334000" cy="695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0" y="2798415"/>
            <a:ext cx="38100" cy="6953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3722340"/>
            <a:ext cx="38100" cy="6953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4646265"/>
            <a:ext cx="38100" cy="6953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0" y="1516409"/>
            <a:ext cx="609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TIỀM NĂNG GIÁ TRỊ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1868834"/>
            <a:ext cx="6096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Thay đổi từ bên trong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027015"/>
            <a:ext cx="5753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Đánh thức động lực nội tại.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950940"/>
            <a:ext cx="5753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Xây dựng lối sống tự chủ.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4874865"/>
            <a:ext cx="5753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Ngăn ngừa nợ nần sinh viên.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290887"/>
            <a:ext cx="3810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3290887"/>
            <a:ext cx="3810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4252912"/>
            <a:ext cx="3810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252912"/>
            <a:ext cx="3810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285750" y="2062162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Hạ tầng Kỹ thuật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3100" y="3252787"/>
            <a:ext cx="336292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Bảo mật AES-256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43100" y="3614737"/>
            <a:ext cx="3202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Mã hóa dữ liệu cá nhân tuyệt đối.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6100" y="3252787"/>
            <a:ext cx="323790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Render &lt; 1.5 giây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614737"/>
            <a:ext cx="3083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Tối ưu hóa thời gian xử lý Avatar.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3100" y="4214812"/>
            <a:ext cx="257532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AWS Serverless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4576762"/>
            <a:ext cx="2452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Đảm bảo Uptime 99.9%.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4214812"/>
            <a:ext cx="34004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Khả năng mở rộng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4576762"/>
            <a:ext cx="3238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Đáp ứng 10,000 CCU đồng thời.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152900"/>
            <a:ext cx="60960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26728" y="2019300"/>
            <a:ext cx="833854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lus Jakarta Sans"/>
              </a:rPr>
              <a:t>Tương lai của sinh viên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3029" y="3009900"/>
            <a:ext cx="752594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10B981"/>
                </a:solidFill>
                <a:latin typeface="Plus Jakarta Sans"/>
              </a:rPr>
              <a:t>Bắt đầu từ hôm nay.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5843" y="4552950"/>
            <a:ext cx="2500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Plus Jakarta Sans"/>
              </a:rPr>
              <a:t>HỎI &amp; ĐÁP (Q&amp;A)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9090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38225"/>
            <a:ext cx="8417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https://cdn.residencyadvisor.com/images/nbp/stressed-medical-student-alone-in-a-study-room-lat-7964.png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38250"/>
            <a:ext cx="2762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residencyadvisor.com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https://media.istockphoto.com/id/1265192451/photo/flat-lay-of-office-desk-wooden-table-with-laptop-and-smartphone-and-equipment-other-office.jpg?s=612x612&amp;w=0&amp;k=20&amp;c=_zo6XiPfFCWAkyPG-F7AyPfbiPQP9ytMD8lMGhfliLE=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124075"/>
            <a:ext cx="2833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657475"/>
            <a:ext cx="5655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https://www.montana.edu/assets/images/xjzdd/image3.JPG?t=1790176938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857500"/>
            <a:ext cx="2464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www.montana.edu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429000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https://images.pexels.com/photos/20450065/pexels-photo-20450065/free-photo-of-silhouette-of-man-in-mirror-reflection.jpeg?cs=tinysrgb&amp;dpr=1&amp;w=500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629025"/>
            <a:ext cx="2333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www.pexels.com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