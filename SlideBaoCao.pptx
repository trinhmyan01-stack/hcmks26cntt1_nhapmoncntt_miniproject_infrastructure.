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/>
            </a:pPr>
            <a:r>
              <a:t>4 phiếu mượn đã được chuẩn hóa; 1 mã sách cần kiểm 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Thư viện trường | Báo cáo xử lý dữ liệu phiếu mượn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926080" cy="1920240"/>
          </a:xfrm>
          <a:prstGeom prst="roundRect">
            <a:avLst/>
          </a:prstGeom>
          <a:solidFill>
            <a:srgbClr val="E1EEFA"/>
          </a:solidFill>
          <a:ln>
            <a:solidFill>
              <a:srgbClr val="50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/>
            </a:pPr>
            <a:r>
              <a:t>4 phiếu</a:t>
            </a:r>
          </a:p>
          <a:p>
            <a:pPr algn="ctr">
              <a:defRPr sz="1500"/>
            </a:pPr>
            <a:r>
              <a:t>được giữ trong vùng dữ liệu</a:t>
            </a:r>
          </a:p>
          <a:p>
            <a:pPr algn="ctr">
              <a:defRPr sz="1300"/>
            </a:pPr>
            <a:r>
              <a:t>S099 không có trong danh mục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874519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Số phiếu theo tình trạng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5603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Đang mượn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578608"/>
            <a:ext cx="1463040" cy="292608"/>
          </a:xfrm>
          <a:prstGeom prst="rect">
            <a:avLst/>
          </a:prstGeom>
          <a:solidFill>
            <a:srgbClr val="43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5420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383279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Quá hạn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401568"/>
            <a:ext cx="731520" cy="292608"/>
          </a:xfrm>
          <a:prstGeom prst="rect">
            <a:avLst/>
          </a:prstGeom>
          <a:solidFill>
            <a:srgbClr val="43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59" y="3364991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2062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Đã trả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224527"/>
            <a:ext cx="731520" cy="292608"/>
          </a:xfrm>
          <a:prstGeom prst="rect">
            <a:avLst/>
          </a:prstGeom>
          <a:solidFill>
            <a:srgbClr val="437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41879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10789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Đã bỏ ô gộp, hàng trống và dòng tổng cộng khỏi vùng dữ liệu; đã bật bộ lọc và thêm Tên Sách bằng VLOOKUP.</a:t>
            </a:r>
          </a:p>
          <a:p>
            <a:pPr>
              <a:defRPr sz="1500"/>
            </a:pPr>
            <a:r>
              <a:t>Chọn biểu đồ cột (Bar) để so sánh số phiếu giữa các tình trạng; một slide trong bộ 10 slide, dự kiến trình bày khoảng 1 phút.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